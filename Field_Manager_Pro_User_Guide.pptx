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Field Manager 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User Guide &amp; Role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118231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BBBBEE"/>
                </a:solidFill>
              </a:rPr>
              <a:t>fieldmanagerpro.app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What is Field Manager Pro?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A mobile-first platform for managing field teams, schedules, tasks, and time tracking — all in one place.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201168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9202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Clock In/Out Tracking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322576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231136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Staff Scheduling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633472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542032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Task Management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944368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852927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Timecard Review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255263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163823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Flags &amp; Alerts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59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474719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Store Inspections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877055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785615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Expense 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This guide is organized by role. Find your section and follow along.</a:t>
            </a:r>
          </a:p>
        </p:txBody>
      </p:sp>
      <p:pic>
        <p:nvPicPr>
          <p:cNvPr id="19" name="Picture 18" descr="screen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20" name="Picture 19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Accessing the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Open fieldmanagerpro.app on your phone or 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Sign in with your username and password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568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Use the bottom navigation bar to switch between 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408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249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Forgot your password? Tap 'Forgot your password?' on the login screen.</a:t>
            </a:r>
          </a:p>
        </p:txBody>
      </p:sp>
      <p:pic>
        <p:nvPicPr>
          <p:cNvPr id="8" name="Picture 7" descr="screen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9" name="Picture 8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General Rules — All Users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⚠  TIME FRAUD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Any attempt to share login credentials or clock in another employee will result in immediate termination.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10972800" cy="118872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App Issues: If something isn't working, email your Owner with a description and screenshots of the error. Owner will escalate to the developer.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023360"/>
            <a:ext cx="10972800" cy="64008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4187952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Never share your login credentials with anyone.</a:t>
            </a:r>
          </a:p>
        </p:txBody>
      </p:sp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Employee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Your guide to using Field Manager Pro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Getting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Go to fieldmanagerpro.app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Enter your username and password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Tap "Sign In"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Use the bottom nav to explore your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Your username and temporary password were sent to your email when your account was created.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CA3AF"/>
                </a:solidFill>
              </a:rPr>
              <a:t>Available on iOS &amp; Android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463040" cy="32004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FFFFFF"/>
                </a:solidFill>
              </a:rPr>
              <a:t>🍎 App Store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4846320"/>
            <a:ext cx="1463040" cy="32004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FFFFFF"/>
                </a:solidFill>
              </a:rPr>
              <a:t>▶ Google 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Coming at launch — download for the best mobile experience</a:t>
            </a:r>
          </a:p>
        </p:txBody>
      </p:sp>
      <p:pic>
        <p:nvPicPr>
          <p:cNvPr id="12" name="Picture 11" descr="scree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Clocking In &amp;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Tap the Clock icon in the navigation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Tap Clock In when you arrive INSIDE the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836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and are ready to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311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Tap Clock Out BEFORE leaving the store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783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IMPORTANT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Clock in inside the store after you are ready to work. Clock out before leaving. GPS location is recorded at both events.</a:t>
            </a:r>
          </a:p>
        </p:txBody>
      </p:sp>
      <p:pic>
        <p:nvPicPr>
          <p:cNvPr id="10" name="Picture 9" descr="screen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Your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Schedule in the bottom navigation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996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to view your upcoming shifts.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105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DM posts the schedule. You will see your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3230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assigned days and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5409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If you believe there's an error in your schedule,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64991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contact your DM.</a:t>
            </a:r>
          </a:p>
        </p:txBody>
      </p:sp>
      <p:pic>
        <p:nvPicPr>
          <p:cNvPr id="11" name="Picture 10" descr="screen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Daily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Checklist to view and complete your daily assigned tasks.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836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Tap each item to mark it complete.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311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786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Complete all checklist items assigned to you each day.</a:t>
            </a:r>
          </a:p>
        </p:txBody>
      </p:sp>
      <p:pic>
        <p:nvPicPr>
          <p:cNvPr id="8" name="Picture 7" descr="screen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9" name="Picture 8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Time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Time History to review your past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clock-in and clock-out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If you notice a discrepancy, notify your DM immediately.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DM may make adjustments to your time entries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and will notify you when they do.</a:t>
            </a:r>
          </a:p>
        </p:txBody>
      </p:sp>
      <p:pic>
        <p:nvPicPr>
          <p:cNvPr id="10" name="Picture 9" descr="screen_time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Submitting Expenses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Expenses to submit a reimbursement request.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Tap + New Expense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Select Category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Enter Amount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Add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5. Attach receipt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6. Submit — your DM will review</a:t>
            </a:r>
          </a:p>
        </p:txBody>
      </p:sp>
      <p:pic>
        <p:nvPicPr>
          <p:cNvPr id="11" name="Picture 10" descr="screen_expen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District Manager · Your guide to using Field Manager Pro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DM Responsibilities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3444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Manage your assigned team of employees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01368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0992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Post the store schedule 2 WEEKS in advance at all times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368296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27685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personal schedule must be posted 1 WEEK in advance — failure will prevent clock-in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935224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84378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Review and validate timecards every Monday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502152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4107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Check the app for new tasks and flags DAILY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06908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977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Clock in when you start your day; clock out only when your shift is fully complete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636008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4544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 are responsible for your team's performance and schedule compliance</a:t>
            </a:r>
          </a:p>
        </p:txBody>
      </p:sp>
      <p:pic>
        <p:nvPicPr>
          <p:cNvPr id="17" name="Picture 16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Creating the Staff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Navigate to Staff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Select the week using the arrows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568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Tap + Add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408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Select employee, date, start time, end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249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5. Tap Publish to make schedule visible to your team</a:t>
            </a:r>
          </a:p>
        </p:txBody>
      </p:sp>
      <p:pic>
        <p:nvPicPr>
          <p:cNvPr id="8" name="Picture 7" descr="screen_staf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9" name="Picture 8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Schedule Requirements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6858000" cy="1188720"/>
          </a:xfrm>
          <a:prstGeom prst="roundRect">
            <a:avLst>
              <a:gd name="adj" fmla="val 5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Employee schedules must be posted 2 WEEKS in advance.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Example: Today is Monday, April 14 → Schedule must be complete through Sunday, April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60320"/>
            <a:ext cx="6858000" cy="1188720"/>
          </a:xfrm>
          <a:prstGeom prst="roundRect">
            <a:avLst>
              <a:gd name="adj" fmla="val 5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560320"/>
            <a:ext cx="54864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3347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Your personal schedule must be posted 1 WEEK in advance.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077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Example: Today is Monday, April 14 → Your schedule must be set through Sunday, April 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6858000" cy="731520"/>
          </a:xfrm>
          <a:prstGeom prst="roundRect">
            <a:avLst>
              <a:gd name="adj" fmla="val 5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4864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2336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⚠  If your personal schedule is not loaded, you CANNOT clock in.</a:t>
            </a:r>
          </a:p>
        </p:txBody>
      </p:sp>
      <p:pic>
        <p:nvPicPr>
          <p:cNvPr id="14" name="Picture 13" descr="screen_staf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Timecard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Timecards in the nav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REQUIRED: Complete timecard review every Monday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Review each employee's clock-in/out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If an entry looks incorrect, tap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Edit the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Add a note explaining the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5. Save — employee is notified</a:t>
            </a:r>
          </a:p>
        </p:txBody>
      </p:sp>
      <p:pic>
        <p:nvPicPr>
          <p:cNvPr id="12" name="Picture 11" descr="screen_time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Managing Your 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Tasks to view tasks assigned to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Check for new tasks DAILY.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To complete a task: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Tap the circle → Add a note (optional)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→ Add a photo if required → Tap Mark 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Tasks show a due date — complete them on time.</a:t>
            </a:r>
          </a:p>
        </p:txBody>
      </p:sp>
      <p:pic>
        <p:nvPicPr>
          <p:cNvPr id="12" name="Picture 11" descr="screen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Reviewing Flags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Flags are automatically created when unusual time activity is detected.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Common flag types: Missed Clock-Out | Overtime Alert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| Late Clock-In | Missing Schedule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Check flags DAILY. Resolve each flag with a note explaining what happened.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Navigate to Flags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Tap a flag to view details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690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Enter resolution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Tap Resolve</a:t>
            </a:r>
          </a:p>
        </p:txBody>
      </p:sp>
      <p:pic>
        <p:nvPicPr>
          <p:cNvPr id="14" name="Picture 13" descr="screen_fla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DM Clock In &amp;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 a DM, clock in when you START your workday.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836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Clock out ONLY when your shift is completely finished for the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311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786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GPS is recorded — your location is logged at clock-in and clock-out.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79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73551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Do not clock in for employees or allow others to clock in for you.</a:t>
            </a:r>
          </a:p>
        </p:txBody>
      </p:sp>
      <p:pic>
        <p:nvPicPr>
          <p:cNvPr id="10" name="Picture 9" descr="screen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Ops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Your guide to using Field Manager Pro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Ops Manager Responsibilities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Tasks are assigned to you by the Owner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47088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556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access level is determined by what the Owner delegates to you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14016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32257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Responsibilities vary — follow Owner's directives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980944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88950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May manage scheduling, timecards, flags, and tasks depending on your assignment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547872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4564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Apply DM-level standards to any area delegated to you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11480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4023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Report issues and updates directly to the Owner</a:t>
            </a:r>
          </a:p>
        </p:txBody>
      </p:sp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Your App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Depending on Owner delegation, you may have access to: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Staff Schedule (view + manage)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842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842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Timecards (view + edit)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6829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6829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Tasks (receive + complete)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523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Flags (view + resolve)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36391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36391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Team (view)</a:t>
            </a:r>
          </a:p>
        </p:txBody>
      </p:sp>
      <p:pic>
        <p:nvPicPr>
          <p:cNvPr id="14" name="Picture 13" descr="screen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Sales 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Your guide to using Field Manager Pro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Sales Director Responsibilities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Assign and manage tasks for DMs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938528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8470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Monitor schedule compliance — employee schedules must be 2 weeks in advance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596896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50545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Review and validate timecards for your DMs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255264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316382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Use the app as your primary management and inspection tool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913631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822191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Ensure DMs are checking tasks and flags daily</a:t>
            </a:r>
          </a:p>
        </p:txBody>
      </p:sp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Assigning Tasks to DMs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Navigate to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2704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Tap "+ Assign Task"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6537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Enter title and 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0370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Select assignee (DM or Ops Manager)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4203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5. Set a due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6. Tap "Assign Task" — assignee receives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1868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570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Track completion: pending tasks show in the task list until marked complete.</a:t>
            </a:r>
          </a:p>
        </p:txBody>
      </p:sp>
      <p:pic>
        <p:nvPicPr>
          <p:cNvPr id="11" name="Picture 10" descr="screen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Schedule &amp; Timecard Oversight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6858000" cy="1371600"/>
          </a:xfrm>
          <a:prstGeom prst="roundRect">
            <a:avLst>
              <a:gd name="adj" fmla="val 5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54864" cy="13716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16152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90472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Staff Schedule to view schedules across your stores. Verify DMs have schedules posted 2 weeks in advance.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6858000" cy="1371600"/>
          </a:xfrm>
          <a:prstGeom prst="roundRect">
            <a:avLst>
              <a:gd name="adj" fmla="val 5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70632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Timecards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44952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Timecards to review DM time entries. Validate that hours are accurate and flag any discrepancies.</a:t>
            </a:r>
          </a:p>
        </p:txBody>
      </p:sp>
      <p:pic>
        <p:nvPicPr>
          <p:cNvPr id="11" name="Picture 10" descr="screen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Your guide to using Field Manager Pro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Owner Responsibilities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Primary operator of the organization in Field Manager Pro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7452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Run company operations and inspections through the app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6888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377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Assign tasks to Sales Director, Ops Manager, and DMs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06324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971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Oversee scheduling compliance, timecard accuracy, and flag resolution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65760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Manage your full team roster through the Team section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251959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4160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First point of contact for app issues — forward to developer with screenshots</a:t>
            </a:r>
          </a:p>
        </p:txBody>
      </p:sp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Managing Your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Navigate to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Tap "+ Add DM" or "+ Add Employee"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Fill in name, username, email, temporary password, and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Tap Create — user receives welcome email with login credentials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Edit/deactivate: tap any user → Edit → adjust fields → Save Changes</a:t>
            </a:r>
          </a:p>
        </p:txBody>
      </p:sp>
      <p:pic>
        <p:nvPicPr>
          <p:cNvPr id="9" name="Picture 8" descr="screen_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0" name="Picture 9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Assigning 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Tasks → tap '+ Assign Task'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568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Assign to: Sales Director, Ops Manager, or 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408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249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Set a due date for accountability — overdue tasks are highlighted in 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930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Track completion: tasks show as Pending or Completed</a:t>
            </a:r>
          </a:p>
        </p:txBody>
      </p:sp>
      <p:pic>
        <p:nvPicPr>
          <p:cNvPr id="10" name="Picture 9" descr="screen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Store Inspections (DM Visit)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DM Visit to log store inspection visits.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568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Record visit details, observations, and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408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249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Use this to track compliance and document findings.</a:t>
            </a:r>
          </a:p>
        </p:txBody>
      </p:sp>
      <p:pic>
        <p:nvPicPr>
          <p:cNvPr id="8" name="Picture 7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Map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Map to view store locations and GPS check-ins.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See where employees clocked in and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231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Use this to verify staff were on-site at time of clock-in.</a:t>
            </a:r>
          </a:p>
        </p:txBody>
      </p:sp>
      <p:pic>
        <p:nvPicPr>
          <p:cNvPr id="8" name="Picture 7" descr="scre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9" name="Picture 8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RDM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Regional Development Manager · Your guide to using Field Manager Pro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RDM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The RDM role provides cross-organization visibility without administrative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78308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91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No clock in/out requirement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350008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258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View all staff schedules across all organizations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916936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82549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Assign tasks to DMs across all organizations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483864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39242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View-only access to schedules and task progress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050791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9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Report findings and task updates directly to the developer/platform owner</a:t>
            </a:r>
          </a:p>
        </p:txBody>
      </p:sp>
      <p:pic>
        <p:nvPicPr>
          <p:cNvPr id="14" name="Picture 13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Assigning Tasks to DMs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Tasks → tap '+ Assign Task'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 can see DMs across all organizations in the assignee dropdown.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Fill in title, description, and due date.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The DM receives an email notification immediately.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Monitor completion status in the Tasks view.</a:t>
            </a:r>
          </a:p>
        </p:txBody>
      </p:sp>
      <p:pic>
        <p:nvPicPr>
          <p:cNvPr id="12" name="Picture 11" descr="screen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21A8"/>
                </a:solidFill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3619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Take a screenshot of the error message or issue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21A8"/>
                </a:solidFill>
              </a:rPr>
              <a:t>Step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53619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Email your Owner with a description and the screenshot attached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21A8"/>
                </a:solidFill>
              </a:rPr>
              <a:t>Step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53619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Owner will forward to the developer for resolution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Never share your login credentials. Do not attempt to clock in for another employee. Time fraud = immediate termination.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Welcome to Field Manager 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 now have everything you need to get started.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118231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BBBBEE"/>
                </a:solidFill>
              </a:rPr>
              <a:t>fieldmanagerpro.app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