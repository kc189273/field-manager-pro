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Field Manager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User Guide &amp; Role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118231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BBBEE"/>
                </a:solidFill>
              </a:rPr>
              <a:t>fieldmanagerpro.app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What is Field Manager Pro?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A mobile-first platform for managing field teams, schedules, tasks, and time tracking — all in one place.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201168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202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Clock In/Out Tracking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32257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2231136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Staff Scheduling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63347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2542032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Task Management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94436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2852927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Timecard Review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255263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163823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Flags &amp; Alerts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59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474719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Store Inspections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877055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785615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Expense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This guide is organized by role. Find your section and follow along.</a:t>
            </a:r>
          </a:p>
        </p:txBody>
      </p:sp>
      <p:pic>
        <p:nvPicPr>
          <p:cNvPr id="19" name="Picture 18" descr="scree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20" name="Picture 19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Accessing the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Open fieldmanagerpro.app on your phone or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Sign in with your username and password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Use the bottom navigation bar to switch between 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Forgot your password? Tap 'Forgot your password?' on the login screen.</a:t>
            </a:r>
          </a:p>
        </p:txBody>
      </p:sp>
      <p:pic>
        <p:nvPicPr>
          <p:cNvPr id="8" name="Picture 7" descr="scree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General Rules — All Users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⚠  TIME FRAUD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Any attempt to share login credentials or clock in another employee will result in immediate termination.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10972800" cy="118872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App Issues: If something isn't working, email your Owner with a description and screenshots of the error. Owner will escalate to the developer.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023360"/>
            <a:ext cx="10972800" cy="64008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8368" y="418795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Never share your login credentials with anyone.</a:t>
            </a:r>
          </a:p>
        </p:txBody>
      </p:sp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Employee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Go to fieldmanagerpro.app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Enter your username and password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"Sign In"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Use the bottom nav to explore your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Your username and temporary password were sent to your email when your account was created.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CA3AF"/>
                </a:solidFill>
              </a:rPr>
              <a:t>Available on iOS &amp; Android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463040" cy="32004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🍎 App 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4846320"/>
            <a:ext cx="1463040" cy="32004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▶ Google 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</a:rPr>
              <a:t>Coming at launch — download for the best mobile experience</a:t>
            </a:r>
          </a:p>
        </p:txBody>
      </p:sp>
      <p:pic>
        <p:nvPicPr>
          <p:cNvPr id="12" name="Picture 11" descr="scree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Clocking In &amp;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the Clock icon in the navigation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Clock In when you arrive INSIDE the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and are ready to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Clock Out BEFORE leaving the store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783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IMPORTANT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Clock in inside the store after you are ready to work. Clock out before leaving. GPS location is recorded at both events.</a:t>
            </a:r>
          </a:p>
        </p:txBody>
      </p:sp>
      <p:pic>
        <p:nvPicPr>
          <p:cNvPr id="10" name="Picture 9" descr="screen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Your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schedule appears on the Home/Dashboard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when you open the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105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DM posts the schedule. You will see your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3230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assigned days and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05409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If you believe there's an error in your schedule,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6499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contact your DM.</a:t>
            </a:r>
          </a:p>
        </p:txBody>
      </p:sp>
      <p:pic>
        <p:nvPicPr>
          <p:cNvPr id="11" name="Picture 10" descr="screen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Daily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Checklist to view and complete your daily assigned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Tap each item to mark it complete.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5786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Complete all checklist items assigned to you each day.</a:t>
            </a:r>
          </a:p>
        </p:txBody>
      </p:sp>
      <p:pic>
        <p:nvPicPr>
          <p:cNvPr id="8" name="Picture 7" descr="screen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Time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 History to review your past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clock-in and clock-out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If you notice a discrepancy, notify your DM immediately.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DM may make adjustments to your time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and will notify you when they do.</a:t>
            </a:r>
          </a:p>
        </p:txBody>
      </p:sp>
      <p:pic>
        <p:nvPicPr>
          <p:cNvPr id="10" name="Picture 9" descr="screen_time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Your Timecards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Timecards to view your logged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and pay period summaries.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timecard is updated each time you clock in or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If you notice a discrepancy, notify your 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immediately so they can make a correction.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DM will notify you if they make any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690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 your time entries.</a:t>
            </a:r>
          </a:p>
        </p:txBody>
      </p:sp>
      <p:pic>
        <p:nvPicPr>
          <p:cNvPr id="13" name="Picture 12" descr="screen_time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4" name="Picture 13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District Manager · Your guide to using Field Manager Pro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DM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Manage your assigned team of employees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92807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8013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Post the store schedule 2 WEEKS in advance at all times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55117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245973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Review and validate timecards every Monday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20954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Check the app for new tasks and flags DAILY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867911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37764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Clock in when you start your day; clock out only when your shift is fully complete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526279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4434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 are responsible for your team's performance and schedule compliance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Creating the Staff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Staff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Select the week using the arrows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+ Add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Select employee, date, start time, end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Tap Publish to make schedule visible to your team</a:t>
            </a:r>
          </a:p>
        </p:txBody>
      </p:sp>
      <p:pic>
        <p:nvPicPr>
          <p:cNvPr id="8" name="Picture 7" descr="screen_staf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Schedule Requirements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6858000" cy="118872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Employee schedules must be posted 2 WEEKS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Example: Today is Monday, April 14 → Schedule must be complete through Sunday, April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6858000" cy="73152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⚠  Schedules must be posted on time — late posting is a compliance violation.</a:t>
            </a:r>
          </a:p>
        </p:txBody>
      </p:sp>
      <p:pic>
        <p:nvPicPr>
          <p:cNvPr id="10" name="Picture 9" descr="screen_staf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Timecard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Timecards in the nav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REQUIRED: Complete timecard review every Monday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Review each employee's clock-in/out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If an entry looks incorrect, tap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Edit the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Add a note explaining the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Save — employee is notified</a:t>
            </a:r>
          </a:p>
        </p:txBody>
      </p:sp>
      <p:pic>
        <p:nvPicPr>
          <p:cNvPr id="12" name="Picture 11" descr="screen_time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Managing Your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Tasks to view tasks assigned to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Check for new tasks DAILY.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 complete a task: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Tap the circle → Add a note (optional)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→ Add a photo if required → Tap Mark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Tasks show a due date — complete them on time.</a:t>
            </a:r>
          </a:p>
        </p:txBody>
      </p:sp>
      <p:pic>
        <p:nvPicPr>
          <p:cNvPr id="12" name="Picture 11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Reviewing Flags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Flags are automatically created when unusual time activity is detected.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Common flag types: Missed Clock-Out | Overtime Alert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| Late Clock-In | Missing 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Check flags DAILY. Resolve each flag with a note explaining what happened.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Tap a flag to view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690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Enter resolution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Tap Resolve</a:t>
            </a:r>
          </a:p>
        </p:txBody>
      </p:sp>
      <p:pic>
        <p:nvPicPr>
          <p:cNvPr id="14" name="Picture 13" descr="screen_fl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DM Clock In &amp;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 a DM, clock in when you START your workday.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Clock out ONLY when your shift is completely finished for the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5786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GPS is recorded — your location is logged at clock-in and clock-out.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79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27355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 not clock in for employees or allow others to clock in for you.</a:t>
            </a:r>
          </a:p>
        </p:txBody>
      </p:sp>
      <p:pic>
        <p:nvPicPr>
          <p:cNvPr id="10" name="Picture 9" descr="screen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Approving Payroll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Payroll in the nav bar.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Review your team's hours for the pay period.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Verify each employee's total hours are accurate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Cross-reference with your timecard approvals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Approve to submit payroll for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Payroll must be approved before the Owner 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690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run the final payroll export.</a:t>
            </a:r>
          </a:p>
        </p:txBody>
      </p:sp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Ops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Ops Manager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Tasks are assigned to you by the Owner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Your access level is determined by what the Owner delegates to you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1401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232257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Responsibilities vary — follow Owner's directives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May manage scheduling, timecards, flags, and tasks depending on your assignment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547872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34564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Apply DM-level standards to any area delegated to you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11480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Report issues and updates directly to the Owner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Your App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As an Ops Manager, you have access 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Staff Schedule (view + manage)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842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842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Timecards (view + edit)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6829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682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Tasks (receive + complete)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523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Flags (view + resolve)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36391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36391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Team (view)</a:t>
            </a:r>
          </a:p>
        </p:txBody>
      </p:sp>
      <p:pic>
        <p:nvPicPr>
          <p:cNvPr id="14" name="Picture 13" descr="scree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Sales 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Sales Director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Assign and manage tasks for DMs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938528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84708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Monitor schedule compliance — employee schedules must be 2 weeks in advance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596896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250545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Review and validate timecards for your DMs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255264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316382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Use the app as your primary management and inspection tool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913631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3822191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Ensure DMs are checking tasks and flags daily</a:t>
            </a:r>
          </a:p>
        </p:txBody>
      </p:sp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Assigning Tasks to DMs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2704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Tap "+ Assign Task"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6537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Enter title and 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0370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Select assignee (DM or Ops Manager)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4203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5. Set a due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6. Tap "Assign Task" — assignee receives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1868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35570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Track completion: pending tasks show in the task list until marked complete.</a:t>
            </a:r>
          </a:p>
        </p:txBody>
      </p:sp>
      <p:pic>
        <p:nvPicPr>
          <p:cNvPr id="11" name="Picture 10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Schedule &amp; Timecard Oversight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6858000" cy="137160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4864" cy="13716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1615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90472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Staff Schedule to view schedules across your stores. Verify DMs have schedules posted 2 weeks in advance.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6858000" cy="1371600"/>
          </a:xfrm>
          <a:prstGeom prst="roundRect">
            <a:avLst>
              <a:gd name="adj" fmla="val 5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77063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Timecards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44952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Timecards to review DM time entries. Validate that hours are accurate and flag any discrepancies.</a:t>
            </a:r>
          </a:p>
        </p:txBody>
      </p:sp>
      <p:pic>
        <p:nvPicPr>
          <p:cNvPr id="11" name="Picture 10" descr="screen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Payroll Review &amp; ADP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Payroll to review hours across your stores.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Review each DM's team hours for the pay period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Verify DM payroll approvals are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Use the Export to ADP button to download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the payroll file for ADP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Ensure all DMs have approved their team's payroll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before running the ADP export.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Your guide to using Field Manager 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Owner Responsibilities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Primary operator of the organization in Field Manager Pro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7452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Run company operations and inspections through the app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6888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 tasks to Sales Director, Ops Manager, and DMs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06324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971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Oversee scheduling compliance, timecard accuracy, and flag resolution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657600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Manage your full team roster through the Team section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251959"/>
            <a:ext cx="91440" cy="91440"/>
          </a:xfrm>
          <a:prstGeom prst="ellipse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4160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First point of contact for app issues — forward to developer with screenshots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Managing Your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Navigate to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Tap "+ Add DM" or "+ Add Employee"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Fill in name, username, email, temporary password, and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Tap Create — user receives welcome email with login credentials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Edit/deactivate: tap any user → Edit → adjust fields → Save Changes</a:t>
            </a:r>
          </a:p>
        </p:txBody>
      </p:sp>
      <p:pic>
        <p:nvPicPr>
          <p:cNvPr id="9" name="Picture 8" descr="screen_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0" name="Picture 9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Assigning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Tasks → tap '+ Assign Task'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Assign to: Sales Director, Ops Manager, or 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Set a due date for accountability — overdue tasks are highlighted in 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4930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Track completion: tasks show as Pending or Completed</a:t>
            </a:r>
          </a:p>
        </p:txBody>
      </p:sp>
      <p:pic>
        <p:nvPicPr>
          <p:cNvPr id="10" name="Picture 9" descr="screen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1" name="Picture 10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Store Inspections (DM Visit)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DM Visit to log store inspection visits.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95681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Record visit details, observations, and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408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72491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this to track compliance and document findings.</a:t>
            </a:r>
          </a:p>
        </p:txBody>
      </p:sp>
      <p:pic>
        <p:nvPicPr>
          <p:cNvPr id="8" name="Picture 7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Map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Map to view store locations and GPS check-ins.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See where employees clocked in and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this to verify staff were on-site at time of clock-in.</a:t>
            </a:r>
          </a:p>
        </p:txBody>
      </p:sp>
      <p:pic>
        <p:nvPicPr>
          <p:cNvPr id="8" name="Picture 7" descr="scre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9" name="Picture 8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Approving Expenses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Expenses to review submitted expense requests.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Tap a pending expense to view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Review the amount, category, description,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786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 and attached receipt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79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Approve or Reject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7355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Add a note if rejecting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21023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Submitter is notified of your decision automatically.</a:t>
            </a:r>
          </a:p>
        </p:txBody>
      </p:sp>
      <p:pic>
        <p:nvPicPr>
          <p:cNvPr id="12" name="Picture 11" descr="screen_expen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234440"/>
            <a:ext cx="2118885" cy="4389120"/>
          </a:xfrm>
          <a:prstGeom prst="rect">
            <a:avLst/>
          </a:prstGeom>
        </p:spPr>
      </p:pic>
      <p:pic>
        <p:nvPicPr>
          <p:cNvPr id="13" name="Picture 12" descr="Icon-1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029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Managing Payroll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Navigate to Payroll to oversee the full payroll cycle.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361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83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 Confirm all DMs have approved their team's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311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2. Review total hours across all stores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786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3. Tap Export to ADP to generate the payroll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79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4. Upload the file to ADP to process payroll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73551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3621023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The ADP export includes all approved hours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the current pay period.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📸  Step 1: Take a screenshot of the error message or issue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4340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✉  Step 2: Email your Owner with a description and the screenshot attached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2344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📋  Step 3: Owner will forward to the developer for resolution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⚠ Never share your login credentials. Do not clock in for another employee. Time fraud = immediate termination.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2" name="Picture 1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6B21A8"/>
                </a:solidFill>
              </a:rPr>
              <a:t>Support &amp; App Issues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21A8"/>
                </a:solidFill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361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Take a screenshot of the error message or issue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21A8"/>
                </a:solidFill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5361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Email your Owner with a description and the screenshot attached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143000"/>
            <a:ext cx="3474720" cy="1280160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21A8"/>
                </a:solidFill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5361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Owner will forward to the developer for resolution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1274552" cy="1188720"/>
          </a:xfrm>
          <a:prstGeom prst="roundRect">
            <a:avLst>
              <a:gd name="adj" fmla="val 6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78892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Never share your login credentials. Do not attempt to clock in for another employee. Time fraud = immediate termination.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fieldmanagerpro.app</a:t>
            </a:r>
          </a:p>
        </p:txBody>
      </p:sp>
      <p:pic>
        <p:nvPicPr>
          <p:cNvPr id="15" name="Picture 14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5280660"/>
            <a:ext cx="1440180" cy="14401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520172" y="5280660"/>
            <a:ext cx="1440180" cy="1440180"/>
          </a:xfrm>
          <a:prstGeom prst="roundRect">
            <a:avLst>
              <a:gd name="adj" fmla="val 22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21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con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6" y="685800"/>
            <a:ext cx="54864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" y="18288"/>
            <a:ext cx="1182319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Welcome to Field Manager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199632"/>
            <a:ext cx="118231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CCCFF"/>
                </a:solidFill>
              </a:rPr>
              <a:t>You now have everything you need to get started.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118231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BBBBEE"/>
                </a:solidFill>
              </a:rPr>
              <a:t>fieldmanagerpro.app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2075</Words>
  <Application>Microsoft Macintosh PowerPoint</Application>
  <PresentationFormat>Custom</PresentationFormat>
  <Paragraphs>259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Shaun Gephart</cp:lastModifiedBy>
  <cp:revision>1</cp:revision>
  <dcterms:created xsi:type="dcterms:W3CDTF">2013-01-27T09:14:16Z</dcterms:created>
  <dcterms:modified xsi:type="dcterms:W3CDTF">2026-04-24T14:37:49Z</dcterms:modified>
  <cp:category/>
</cp:coreProperties>
</file>